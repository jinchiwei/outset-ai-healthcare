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ist Mono"/>
              </a:rPr>
              <a:t>Never miss a melanoma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7033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Screening skin spots for cancer, where catching every melanoma matters more than raw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8055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937759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544067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577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Never miss a melanoma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Two mistakes, and only one of them can be fatal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Dermatology-AI systems look at a photo of a skin spot and estimate how likely it is to be cancer, and landmark studies showed a neural network can match or beat dermatologists at exactly this task (Esteva 2017, Haenssle 2018). But for a screening tool the goal is not to be right on average – it is to never wave a real melanoma through as harmless, because that missed cancer is the one mistake that can kill.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41C"/>
                </a:solidFill>
                <a:latin typeface="Geist Mono"/>
              </a:rPr>
              <a:t>Screening tunes one dial: sensitivity versus specificity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Every screening model has a decision threshold, and where you set it is a trade-off you cannot escape. Slide it one way and you catch more cancers but raise more false alarms; slide it the other way and you calm the false alarms but start missing real disease. Screening deliberately favors sensitivity – catching the cancers – because a false alarm just costs a follow-up visit (Trevethan 2017).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We borrow a brain instead of starting blank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We only have about ten thousand skin images, far too few to teach a network vision from scratch. So we use transfer learning: start from a network already trained on millions of everyday photos, keep everything it learned about edges, colors, and textures, and fine-tune only a small new head on the skin images (Kim 2022). That borrowed knowledge is why a model can learn skin cancer from thousands, not millions, of pictures.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Never miss a melanoma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4141C"/>
                </a:solidFill>
                <a:latin typeface="Geist Mono"/>
              </a:rPr>
              <a:t>The task: seven kinds of skin spot, one that we cannot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Our data is DermaMNIST, a tidy version of the HAM10000 dermatoscopy collection with seven lesion types, including melanoma (Tschandl 2018). The catch is severe imbalance: harmless moles make up about two-thirds of every set, and melanoma is a small slice – which is precisely the setup where a lazy model can look accurate while catching zero cancers.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How we built it, and how we graded it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We trained the network three ways – from scratch, pretrained, and pretrained with augmentation – and then audited the best one the way a regulator would. We did not grade on accuracy alone; we tracked melanoma recall, the share of true melanomas actually caught, because on this data that single number decides whether the tool is safe.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Never miss a melanoma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better starting point beat a fancier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The three training setups landed almost on top of each other, and that is the honest, humbling lesson: on a dataset this small the ceiling is set by the data, not by how clever the model is. A better starting point (transfer learning) matters more than any fancy trick you bolt on afterward.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confusion matrix tells the real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Overall accuracy is one number; the confusion matrix shows which mistakes the model actually makes. The diagonal is correct and everything off it is an error, and one column swallows almost everything – the model funnels nearly every spot, cancer or not, into the common harmless-mole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Screening lives or dies on the rare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Break accuracy down class by class and the average falls apart. The model is near-perfect on the one common class and near the floor on every rare one, including melanoma, highlighted in pink. A tool that works this differently across classes is not one you would ever deploy to screen a patient.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one number that matters: melanoma recall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Here is the sentence that should stop the room. Our model reached sixty-eight percent overall accuracy and still caught only ten of the two hundred twenty-three real melanomas in the test set. It missed two hundred thirteen cancers – proof that a healthy-looking accuracy number can hide a screening tool that is dangerous.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cases it got wrong are the ones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The most revealing slide in any talk is the model’s mistakes. Look at how many true melanomas it labeled as harmless moles: every one of those is a false negative, the exact error a screening tool exists to prevent, and the reason a dermatologist would want a second look at all of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BEING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Never miss a melanoma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toy model, and why that is exactly the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This model is far too small and simple to trust on a real patient: sixty-four-pixel grayscale thumbnails throw away the color and fine texture that dermatologists and real systems rely on, and its melanoma recall is nowhere near safe (Wei 2024). A real tool would train on full-resolution color images, deliberately tune its threshold toward high sensitivity, and be validated across many hospitals first. The point was never the score – it was learning the screening mindset: never miss the dangerous case, and never let a shiny number fool you.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References, and 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Never miss a melanoma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Seven papers grounded this project, from the dermatologist-level results that started the field to the plain-language guide on why sensitivity matters. Thank you for watching – go build something you can honestly evaluate.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